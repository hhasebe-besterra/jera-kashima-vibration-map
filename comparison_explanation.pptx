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408532"/>
            <a:ext cx="5975033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u="sng" dirty="0" err="1">
                <a:solidFill>
                  <a:srgbClr val="1A365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振動解析結果の妥当性評価</a:t>
            </a:r>
            <a:r>
              <a:rPr lang="ja-JP" altLang="en-US" sz="2000" b="1" u="sng" dirty="0">
                <a:solidFill>
                  <a:srgbClr val="1A365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について</a:t>
            </a:r>
            <a:endParaRPr lang="en-US" sz="2000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Image 0" descr="/tmp/rasterized-gradient-973417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231999"/>
            <a:ext cx="4078188" cy="615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327249"/>
            <a:ext cx="3926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評価の基本原則</a:t>
            </a:r>
            <a:endParaRPr lang="en-US" sz="8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1000" y="1511945"/>
            <a:ext cx="39265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異なる解析手法・条件による結果を比較する場合、「同一オーダー（桁）に収まるか」が工学的な妥当性判断の第一基準となる。</a:t>
            </a:r>
            <a:endParaRPr lang="en-US" sz="6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6700" y="1904256"/>
            <a:ext cx="4078188" cy="916186"/>
          </a:xfrm>
          <a:prstGeom prst="roundRect">
            <a:avLst>
              <a:gd name="adj" fmla="val 623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1475" y="1989981"/>
            <a:ext cx="3946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根拠1：地盤振動予測の本質的不確かさ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1475" y="2151906"/>
            <a:ext cx="39460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地盤振動予測では、土木学会・ISVR等の研究により、以下の不確かさ要因が知られている：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1475" y="2277517"/>
            <a:ext cx="3946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・地盤物性値（S波速度、減衰定数）：±20～50%のばらつき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・境界条件設定の違い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・メッシュ分割・要素選択の影響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・入力波形のモデル化差異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66700" y="2877592"/>
            <a:ext cx="4078188" cy="546497"/>
          </a:xfrm>
          <a:prstGeom prst="roundRect">
            <a:avLst>
              <a:gd name="adj" fmla="val 1045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1475" y="2963317"/>
            <a:ext cx="3946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根拠2：国際的な予測不確かさの知見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71475" y="3125242"/>
            <a:ext cx="39460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鉄道振動予測の研究（Weber et al., 2018）では、地盤伝播経路の標準不確かさは約3.9dB（約1.6倍に相当）と報告。情報が限定的な場合、10dB（約3倍）の安全率を設定する事例も存在する。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6700" y="3481239"/>
            <a:ext cx="4078188" cy="546497"/>
          </a:xfrm>
          <a:prstGeom prst="roundRect">
            <a:avLst>
              <a:gd name="adj" fmla="val 1045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71475" y="3566964"/>
            <a:ext cx="3946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根拠3：V&amp;V（検証・妥当性確認）の観点</a:t>
            </a:r>
            <a:endParaRPr lang="en-US" sz="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1475" y="3728889"/>
            <a:ext cx="39460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日本計算工学会HQC標準では、独立した解析チームによるクロスチェック解析において、結果が同一オーダーで一致することを妥当性確認の一手法として推奨。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59188" y="2753023"/>
            <a:ext cx="4418112" cy="620613"/>
          </a:xfrm>
          <a:prstGeom prst="rect">
            <a:avLst/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473476" y="2753023"/>
            <a:ext cx="0" cy="620613"/>
          </a:xfrm>
          <a:prstGeom prst="line">
            <a:avLst/>
          </a:prstGeom>
          <a:noFill/>
          <a:ln w="28575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83013" y="2829223"/>
            <a:ext cx="42830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B6CB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定量的判断基準</a:t>
            </a:r>
            <a:endParaRPr lang="en-US" sz="6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583013" y="2977753"/>
            <a:ext cx="4283017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・比率 0.5～2倍（±6dB以内）：良好な一致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・比率 0.3～3倍（±10dB以内）：同一オーダー、工学的に許容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・比率 0.1～10倍（±20dB以内）：オーダーは一致、要因検討必要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59188" y="3421261"/>
            <a:ext cx="4418112" cy="514052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473476" y="3421261"/>
            <a:ext cx="0" cy="514052"/>
          </a:xfrm>
          <a:prstGeom prst="line">
            <a:avLst/>
          </a:prstGeom>
          <a:noFill/>
          <a:ln w="28575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83013" y="3497461"/>
            <a:ext cx="42830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7674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結論</a:t>
            </a:r>
            <a:endParaRPr lang="en-US" sz="6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83013" y="3645991"/>
            <a:ext cx="4283017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D1D1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両社の解析結果は比率0.89～2.3倍（-1.0～+7.3dB）の範囲であり、地盤振動予測における本質的不確かさ（標準不確かさ約4dB）を考慮すると、同一オーダーで整合しており、独立した解析として相互に妥当性を裏付けている。</a:t>
            </a:r>
            <a:endParaRPr lang="en-US" sz="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66700" y="4821585"/>
            <a:ext cx="878281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71809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参考：Weber et al.(2018) Rail Ground-Borne Noise and Vibration Prediction Uncertainties, Springer / 日本計算工学会 HQC標準(2011)</a:t>
            </a:r>
            <a:endParaRPr lang="en-US" sz="5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459188" y="1123105"/>
            <a:ext cx="441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65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解析結果比較（加速度 m/s²）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59188" y="1324273"/>
          <a:ext cx="4343400" cy="138112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測定地点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計算力学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BOS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比率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dB差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判定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タービン側 100m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0.972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365D"/>
                          </a:solidFill>
                        </a:rPr>
                        <a:t>2.3倍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7.3 dB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82CE"/>
                          </a:solidFill>
                        </a:rPr>
                        <a:t>同オーダー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タービン側 200m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0.357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365D"/>
                          </a:solidFill>
                        </a:rPr>
                        <a:t>1.7倍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4.6 dB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82CE"/>
                          </a:solidFill>
                        </a:rPr>
                        <a:t>同オーダー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道路側 100m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2.11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1.97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365D"/>
                          </a:solidFill>
                        </a:rPr>
                        <a:t>1.07倍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0.6 dB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8A169"/>
                          </a:solidFill>
                        </a:rPr>
                        <a:t>良好一致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道路側 200m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0.516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0.46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365D"/>
                          </a:solidFill>
                        </a:rPr>
                        <a:t>1.12倍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1.0 dB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8A169"/>
                          </a:solidFill>
                        </a:rPr>
                        <a:t>良好一致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道路側 300m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0.374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365D"/>
                          </a:solidFill>
                        </a:rPr>
                        <a:t>0.89倍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-1.0 dB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8A169"/>
                          </a:solidFill>
                        </a:rPr>
                        <a:t>良好一致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251</Words>
  <Application>Microsoft Office PowerPoint</Application>
  <PresentationFormat>画面に合わせる (16:9)</PresentationFormat>
  <Paragraphs>58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Meiryo UI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振動解析結果の妥当性評価</dc:title>
  <dc:subject>PptxGenJS Presentation</dc:subject>
  <dc:creator>PptxGenJS</dc:creator>
  <cp:lastModifiedBy>Hasebe Hitoshi</cp:lastModifiedBy>
  <cp:revision>2</cp:revision>
  <dcterms:created xsi:type="dcterms:W3CDTF">2026-01-22T08:51:44Z</dcterms:created>
  <dcterms:modified xsi:type="dcterms:W3CDTF">2026-01-22T08:59:33Z</dcterms:modified>
</cp:coreProperties>
</file>